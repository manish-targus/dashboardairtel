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ALO: Airtel Network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Network Intelligence &amp; Management Vision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network visualization and management dashboard.</a:t>
            </a:r>
          </a:p>
          <a:p>
            <a:pPr lvl="1"/>
            <a:r>
              <a:t>Real-time insights into network health and subscriber distribution.</a:t>
            </a:r>
          </a:p>
          <a:p>
            <a:pPr lvl="1"/>
            <a:r>
              <a:t>Monitors OLT cities, BRAS, and MSANs.</a:t>
            </a:r>
          </a:p>
          <a:p>
            <a:pPr lvl="1"/>
            <a:r>
              <a:t>Empowers operators to reduce downtime.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Geospatial Mapping: Interactive locations of hubs and OLTs.</a:t>
            </a:r>
          </a:p>
          <a:p>
            <a:r>
              <a:t>Real-Time Alerting: Ranks OLT cities by complaint-to-subscriber ratios.</a:t>
            </a:r>
          </a:p>
          <a:p>
            <a:r>
              <a:t>Analytics &amp; Insights: Deep-dive charts and metrics on capacity.</a:t>
            </a:r>
          </a:p>
          <a:p>
            <a:r>
              <a:t>Hierarchical Visualization: Drill-down from Circles to specific equipment.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 + React Context</a:t>
            </a:r>
          </a:p>
          <a:p>
            <a:pPr lvl="1"/>
            <a:r>
              <a:t>Map Layer: Leaflet for geospatial tracking</a:t>
            </a:r>
          </a:p>
          <a:p>
            <a:pPr lvl="1"/>
            <a:r>
              <a:t>Charts Layer: Recharts for data analytics</a:t>
            </a:r>
          </a:p>
          <a:p>
            <a:pPr/>
            <a:r>
              <a:t>Data Flow: Ingest -&gt; Context -&gt; Ratios -&gt; UI Alert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Vision: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Proactive Network Intelligence Platform</a:t>
            </a:r>
          </a:p>
          <a:p>
            <a:pPr lvl="1"/>
            <a:r>
              <a:t>1. Predictive Maintenance: Anomaly detection on failure rates.</a:t>
            </a:r>
          </a:p>
          <a:p>
            <a:pPr lvl="1"/>
            <a:r>
              <a:t>2. Intelligent Routing: AI load forecasting and capacity planning.</a:t>
            </a:r>
          </a:p>
          <a:p>
            <a:pPr lvl="1"/>
            <a:r>
              <a:t>3. Automated Resolution (AIOps): Root Cause Analysis and Self-healing.</a:t>
            </a:r>
          </a:p>
          <a:p>
            <a:pPr lvl="1"/>
            <a:r>
              <a:t>Value: Reduce MTTR by up to 40%.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